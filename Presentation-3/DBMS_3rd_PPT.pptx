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EA04C-D9F8-EA48-9644-5378713E26D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FF572-CBED-8441-870F-47825919F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9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Database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09728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Database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III – User Interface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3337560"/>
            <a:ext cx="7863840" cy="1325880"/>
          </a:xfrm>
          <a:prstGeom prst="roundRect">
            <a:avLst>
              <a:gd name="adj" fmla="val 6897"/>
            </a:avLst>
          </a:prstGeom>
          <a:solidFill>
            <a:srgbClr val="15324D"/>
          </a:solidFill>
          <a:ln w="12700">
            <a:solidFill>
              <a:srgbClr val="1532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3493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Sirigiri Sruti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3493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25WU0102266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087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306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WHALES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4087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4306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UI Overview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recruitment-related applicant information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connected to MySQL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performed directly from the UI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290779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01368" y="290779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01368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45536" y="290779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45536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7355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2735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01368" y="327355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01368" y="32735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45536" y="327355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45536" y="32735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886968" cy="329184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41648"/>
            <a:ext cx="886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472184" y="4041648"/>
            <a:ext cx="886968" cy="329184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72184" y="4041648"/>
            <a:ext cx="886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87168" y="4041648"/>
            <a:ext cx="886968" cy="329184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87168" y="4041648"/>
            <a:ext cx="886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502152" y="4041648"/>
            <a:ext cx="886968" cy="329184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02152" y="4041648"/>
            <a:ext cx="886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100" dirty="0"/>
          </a:p>
        </p:txBody>
      </p:sp>
      <p:sp>
        <p:nvSpPr>
          <p:cNvPr id="27" name="Screenshot placeholder"/>
          <p:cNvSpPr/>
          <p:nvPr/>
        </p:nvSpPr>
        <p:spPr>
          <a:xfrm>
            <a:off x="4663440" y="109728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4846320" y="109728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UI window with fields and buttons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DBMS – Main User Interface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FB51AE0-F7B4-0F28-C200-6F51593E6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032504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Connectivity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builds the application interface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the backend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mysql.connector establishes the connection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used: recruitmentdb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connection demonstrated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3794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794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A3A3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74520" y="3794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7452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mysql.connector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3794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A3A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1840" y="3794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9184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creenshot placeholder"/>
          <p:cNvSpPr/>
          <p:nvPr/>
        </p:nvSpPr>
        <p:spPr>
          <a:xfrm>
            <a:off x="4663440" y="109728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846320" y="109728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Python–MySQL connection (connection code / success output)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recruitmentdb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784FF7-8C32-87DA-8DED-882492106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51559"/>
            <a:ext cx="4114800" cy="3337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of Applicant Record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60604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INSERT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MySQL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90372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shows update</a:t>
            </a:r>
            <a:endParaRPr lang="en-US" sz="1200" dirty="0"/>
          </a:p>
        </p:txBody>
      </p:sp>
      <p:sp>
        <p:nvSpPr>
          <p:cNvPr id="15" name="Screenshot placeholder"/>
          <p:cNvSpPr/>
          <p:nvPr/>
        </p:nvSpPr>
        <p:spPr>
          <a:xfrm>
            <a:off x="457200" y="173736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40080" y="1737360"/>
            <a:ext cx="2240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details entered in the UI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Insertion</a:t>
            </a:r>
            <a:endParaRPr lang="en-US" sz="1200" dirty="0"/>
          </a:p>
        </p:txBody>
      </p:sp>
      <p:sp>
        <p:nvSpPr>
          <p:cNvPr id="18" name="Screenshot placeholder"/>
          <p:cNvSpPr/>
          <p:nvPr/>
        </p:nvSpPr>
        <p:spPr>
          <a:xfrm>
            <a:off x="3268980" y="173736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3451860" y="1737360"/>
            <a:ext cx="2240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success message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6898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Successful</a:t>
            </a:r>
            <a:endParaRPr lang="en-US" sz="1200" dirty="0"/>
          </a:p>
        </p:txBody>
      </p:sp>
      <p:sp>
        <p:nvSpPr>
          <p:cNvPr id="21" name="Screenshot placeholder"/>
          <p:cNvSpPr/>
          <p:nvPr/>
        </p:nvSpPr>
        <p:spPr>
          <a:xfrm>
            <a:off x="6080760" y="173736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08076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Insertion (VIEW)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2A55C30-B0EB-80C9-4269-9E5246C6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63" y="1688123"/>
            <a:ext cx="2655278" cy="27009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163940-2F39-22A0-A154-2DD00E86A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688123"/>
            <a:ext cx="2655278" cy="27009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7D2E0BF-8F5B-D5BE-B59F-D1EFD35FF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382" y="1688123"/>
            <a:ext cx="2655278" cy="2700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Applicant Records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retrieves records from the MySQL applicant 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displayed in the UI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data confirms the database connection works</a:t>
            </a:r>
            <a:endParaRPr lang="en-US" sz="1500" dirty="0"/>
          </a:p>
        </p:txBody>
      </p:sp>
      <p:sp>
        <p:nvSpPr>
          <p:cNvPr id="5" name="Screenshot placeholder"/>
          <p:cNvSpPr/>
          <p:nvPr/>
        </p:nvSpPr>
        <p:spPr>
          <a:xfrm>
            <a:off x="4023360" y="1097280"/>
            <a:ext cx="4663440" cy="3246120"/>
          </a:xfrm>
          <a:prstGeom prst="roundRect">
            <a:avLst>
              <a:gd name="adj" fmla="val 2817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4206240" y="1097280"/>
            <a:ext cx="42976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table showing records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4389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– Applicant Records from MySQL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4D172F-74C6-28E1-6175-091A2F1F3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097280"/>
            <a:ext cx="47548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of Applicant Record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Applicant ID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60604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MySQL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A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903720" y="10515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051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confirms</a:t>
            </a:r>
            <a:endParaRPr lang="en-US" sz="1200" dirty="0"/>
          </a:p>
        </p:txBody>
      </p:sp>
      <p:sp>
        <p:nvSpPr>
          <p:cNvPr id="15" name="Screenshot placeholder"/>
          <p:cNvSpPr/>
          <p:nvPr/>
        </p:nvSpPr>
        <p:spPr>
          <a:xfrm>
            <a:off x="457200" y="17373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40080" y="17373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visible in the applicant list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Deletion</a:t>
            </a:r>
            <a:endParaRPr lang="en-US" sz="1200" dirty="0"/>
          </a:p>
        </p:txBody>
      </p:sp>
      <p:sp>
        <p:nvSpPr>
          <p:cNvPr id="18" name="Screenshot placeholder"/>
          <p:cNvSpPr/>
          <p:nvPr/>
        </p:nvSpPr>
        <p:spPr>
          <a:xfrm>
            <a:off x="4663440" y="17373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4846320" y="17373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no longer in the applicant list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AD7536-04DF-6A5D-2F30-77654F666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94" y="1688123"/>
            <a:ext cx="4199205" cy="270099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5B2033-6176-C973-8B7E-15C56EC0D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404" y="1688123"/>
            <a:ext cx="4114802" cy="2700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Demonstration / Result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2468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details + 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record 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retrieved and displayed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ID + 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record 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creenshot placeholder"/>
          <p:cNvSpPr/>
          <p:nvPr/>
        </p:nvSpPr>
        <p:spPr>
          <a:xfrm>
            <a:off x="5303520" y="109728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E6F0F4"/>
          </a:solidFill>
          <a:ln w="15875">
            <a:solidFill>
              <a:srgbClr val="7FA0B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5486400" y="1097280"/>
            <a:ext cx="3017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working UI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Working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FF9FC1-E814-5CDD-CFBD-63FDDFD39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005840"/>
            <a:ext cx="3474720" cy="34325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5324D"/>
          </a:solidFill>
          <a:ln w="12700">
            <a:solidFill>
              <a:srgbClr val="15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08176"/>
            <a:ext cx="402336" cy="402336"/>
          </a:xfrm>
          <a:prstGeom prst="ellipse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28016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graphical interface for the Recruitment DBMS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5324D"/>
          </a:solidFill>
          <a:ln w="12700">
            <a:solidFill>
              <a:srgbClr val="15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231136"/>
            <a:ext cx="402336" cy="402336"/>
          </a:xfrm>
          <a:prstGeom prst="ellipse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1031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communicates successfully with the MySQL database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5324D"/>
          </a:solidFill>
          <a:ln w="12700">
            <a:solidFill>
              <a:srgbClr val="1532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54096"/>
            <a:ext cx="402336" cy="402336"/>
          </a:xfrm>
          <a:prstGeom prst="ellipse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92608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VIEW and DELETE operations are demonstrated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5324D"/>
          </a:solidFill>
          <a:ln w="12700">
            <a:solidFill>
              <a:srgbClr val="1532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877056"/>
            <a:ext cx="402336" cy="402336"/>
          </a:xfrm>
          <a:prstGeom prst="ellipse">
            <a:avLst/>
          </a:prstGeom>
          <a:solidFill>
            <a:srgbClr val="14A3A3"/>
          </a:solidFill>
          <a:ln w="12700">
            <a:solidFill>
              <a:srgbClr val="14A3A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7490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for managing applicant records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352</Words>
  <Application>Microsoft Office PowerPoint</Application>
  <PresentationFormat>On-screen Show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 Database Management System – Presentation III</dc:title>
  <dc:subject>PptxGenJS Presentation</dc:subject>
  <dc:creator>Sirigiri Sruti</dc:creator>
  <cp:lastModifiedBy>Sruthi Sirigiri</cp:lastModifiedBy>
  <cp:revision>3</cp:revision>
  <dcterms:created xsi:type="dcterms:W3CDTF">2026-10-08T01:13:43Z</dcterms:created>
  <dcterms:modified xsi:type="dcterms:W3CDTF">2026-10-08T02:03:36Z</dcterms:modified>
</cp:coreProperties>
</file>